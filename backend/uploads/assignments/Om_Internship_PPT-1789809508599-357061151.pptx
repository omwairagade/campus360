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425" r:id="rId3"/>
    <p:sldId id="414" r:id="rId4"/>
    <p:sldId id="415" r:id="rId5"/>
    <p:sldId id="258" r:id="rId6"/>
    <p:sldId id="417" r:id="rId7"/>
    <p:sldId id="419" r:id="rId8"/>
    <p:sldId id="424" r:id="rId9"/>
    <p:sldId id="422" r:id="rId10"/>
    <p:sldId id="260" r:id="rId11"/>
    <p:sldId id="416" r:id="rId12"/>
    <p:sldId id="420" r:id="rId13"/>
    <p:sldId id="421" r:id="rId14"/>
    <p:sldId id="42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1619D54-5269-4957-9E52-3E6F678C754B}">
          <p14:sldIdLst>
            <p14:sldId id="257"/>
            <p14:sldId id="425"/>
            <p14:sldId id="414"/>
            <p14:sldId id="415"/>
            <p14:sldId id="258"/>
            <p14:sldId id="417"/>
            <p14:sldId id="419"/>
            <p14:sldId id="424"/>
            <p14:sldId id="422"/>
            <p14:sldId id="260"/>
            <p14:sldId id="416"/>
            <p14:sldId id="420"/>
            <p14:sldId id="421"/>
            <p14:sldId id="4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1088B-5ED6-46B5-A797-5D3ADF7C0F7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EC0B8-5CE2-47F1-8579-0795F5CC292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0" name="Google Shape;30;p106" descr="A red white and blue stripes on a black background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0800000">
            <a:off x="10459" y="-7683"/>
            <a:ext cx="3100590" cy="185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06" descr="A red white and blue stripes on a black background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091409" y="4999261"/>
            <a:ext cx="3100590" cy="185873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06"/>
          <p:cNvSpPr/>
          <p:nvPr/>
        </p:nvSpPr>
        <p:spPr>
          <a:xfrm>
            <a:off x="1" y="6309110"/>
            <a:ext cx="518194" cy="314325"/>
          </a:xfrm>
          <a:prstGeom prst="rect">
            <a:avLst/>
          </a:prstGeom>
          <a:solidFill>
            <a:srgbClr val="1739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Google Shape;34;p106"/>
          <p:cNvSpPr txBox="1"/>
          <p:nvPr/>
        </p:nvSpPr>
        <p:spPr>
          <a:xfrm>
            <a:off x="518194" y="6279502"/>
            <a:ext cx="20850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IN" sz="1600" b="1" i="0" u="none" strike="noStrike" cap="none">
                <a:solidFill>
                  <a:srgbClr val="1739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Page No. </a:t>
            </a:r>
            <a:fld id="{00000000-1234-1234-1234-123412341234}" type="slidenum">
              <a:rPr lang="en-IN" sz="1600" b="1" i="0" u="none" strike="noStrike" cap="none">
                <a:solidFill>
                  <a:srgbClr val="1739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600" b="1" i="0" u="none" strike="noStrike" cap="none">
              <a:solidFill>
                <a:srgbClr val="1739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Google Shape;102;p1"/>
          <p:cNvSpPr/>
          <p:nvPr userDrawn="1"/>
        </p:nvSpPr>
        <p:spPr>
          <a:xfrm>
            <a:off x="2603252" y="6309110"/>
            <a:ext cx="8617197" cy="314325"/>
          </a:xfrm>
          <a:prstGeom prst="rect">
            <a:avLst/>
          </a:prstGeom>
          <a:solidFill>
            <a:srgbClr val="1739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Faculty of Science and Technology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1192905" y="4703968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2564505" y="625831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F1046-C3FD-4C32-BA36-6984CB0619F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5C3D-5FC0-4236-BB66-204D68D1682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" descr="A blue text on a white background&#10;&#10;Description automatically generated"/>
          <p:cNvPicPr preferRelativeResize="0"/>
          <p:nvPr/>
        </p:nvPicPr>
        <p:blipFill rotWithShape="1">
          <a:blip r:embed="rId3"/>
          <a:srcRect l="21401" t="29310" b="30646"/>
          <a:stretch>
            <a:fillRect/>
          </a:stretch>
        </p:blipFill>
        <p:spPr>
          <a:xfrm>
            <a:off x="3990975" y="209166"/>
            <a:ext cx="6381750" cy="75625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"/>
          <p:cNvSpPr/>
          <p:nvPr/>
        </p:nvSpPr>
        <p:spPr>
          <a:xfrm>
            <a:off x="4095749" y="1084706"/>
            <a:ext cx="1724025" cy="72000"/>
          </a:xfrm>
          <a:prstGeom prst="rect">
            <a:avLst/>
          </a:prstGeom>
          <a:solidFill>
            <a:srgbClr val="183A7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5819774" y="1241960"/>
            <a:ext cx="6038850" cy="72000"/>
          </a:xfrm>
          <a:prstGeom prst="rect">
            <a:avLst/>
          </a:prstGeom>
          <a:solidFill>
            <a:srgbClr val="D432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6426766" y="798575"/>
            <a:ext cx="3935035" cy="260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IN" sz="1100" b="1" i="1" u="none" strike="noStrike" cap="none">
                <a:solidFill>
                  <a:srgbClr val="A5A5A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INSPIRING INNOVATION. TRANSFORMING TALENT.</a:t>
            </a:r>
            <a:endParaRPr sz="1100" b="1" i="1" u="none" strike="noStrike" cap="none">
              <a:solidFill>
                <a:srgbClr val="A5A5A5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2" name="Google Shape;142;p1" descr="A red white and blue stripes on a black background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rot="10800000">
            <a:off x="10459" y="-7683"/>
            <a:ext cx="3100590" cy="185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" descr="A logo for a university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652851" y="-351"/>
            <a:ext cx="1131523" cy="1227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 descr="A red white and blue stripes on a black background&#10;&#10;Description automatically generated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091409" y="4999261"/>
            <a:ext cx="3100590" cy="185873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/>
          <p:nvPr/>
        </p:nvSpPr>
        <p:spPr>
          <a:xfrm>
            <a:off x="1" y="6309110"/>
            <a:ext cx="518194" cy="314325"/>
          </a:xfrm>
          <a:prstGeom prst="rect">
            <a:avLst/>
          </a:prstGeom>
          <a:solidFill>
            <a:srgbClr val="1739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68828" y="1493105"/>
            <a:ext cx="10051406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3600" b="1" i="0" u="none" strike="noStrike" cap="none" dirty="0">
                <a:solidFill>
                  <a:srgbClr val="00206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Faculty of Science and Technology (FST)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3600" b="1" i="0" u="none" strike="noStrike" cap="none" dirty="0">
                <a:solidFill>
                  <a:srgbClr val="FF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School of Computational Sciences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mbria" panose="02040503050406030204"/>
              <a:buNone/>
            </a:pPr>
            <a:r>
              <a:rPr lang="en-US" sz="3600" b="1" dirty="0">
                <a:solidFill>
                  <a:srgbClr val="00206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Cloud AWS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mbria" panose="02040503050406030204"/>
              <a:buNone/>
            </a:pPr>
            <a:endParaRPr lang="en-US" sz="3600" b="1" i="0" u="none" strike="noStrike" cap="none" dirty="0">
              <a:solidFill>
                <a:srgbClr val="00206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3200" dirty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Student Name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: Om Dilip Wairagade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3200" dirty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PRN:22358010282</a:t>
            </a:r>
          </a:p>
          <a:p>
            <a:pPr>
              <a:buClr>
                <a:srgbClr val="000000"/>
              </a:buClr>
              <a:buSzPts val="2200"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Class &amp; Div:B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3200" dirty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Program </a:t>
            </a:r>
            <a:r>
              <a:rPr lang="en-US" sz="3200" dirty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Wingdings" panose="05000000000000000000" pitchFamily="2" charset="2"/>
              </a:rPr>
              <a:t>: B.Tech- TY-CSE</a:t>
            </a:r>
            <a:endParaRPr lang="en-US" sz="3200" b="0" i="0" u="none" strike="noStrike" cap="none" dirty="0">
              <a:solidFill>
                <a:schemeClr val="dk1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600200" y="641124"/>
            <a:ext cx="9144000" cy="719590"/>
          </a:xfrm>
        </p:spPr>
        <p:txBody>
          <a:bodyPr>
            <a:noAutofit/>
          </a:bodyPr>
          <a:lstStyle/>
          <a:p>
            <a:pPr algn="just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 </a:t>
            </a:r>
          </a:p>
        </p:txBody>
      </p:sp>
      <p:sp>
        <p:nvSpPr>
          <p:cNvPr id="4" name="Subtitle 1"/>
          <p:cNvSpPr txBox="1"/>
          <p:nvPr/>
        </p:nvSpPr>
        <p:spPr>
          <a:xfrm>
            <a:off x="1600200" y="1544637"/>
            <a:ext cx="9144000" cy="45295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Objectives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Observations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&amp;Limitations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7665720" y="539496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ARMW-III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698171" y="328526"/>
            <a:ext cx="9470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Introduction/ Background  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1698171" y="1142649"/>
            <a:ext cx="9470572" cy="45727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AWS Cloud Virtual Internship</a:t>
            </a:r>
            <a:r>
              <a:rPr lang="en-US" sz="2400" dirty="0"/>
              <a:t>, organized by </a:t>
            </a:r>
            <a:r>
              <a:rPr lang="en-US" sz="2400" b="1" dirty="0" err="1"/>
              <a:t>Eduskills</a:t>
            </a:r>
            <a:r>
              <a:rPr lang="en-US" sz="2400" dirty="0"/>
              <a:t> in collaboration with </a:t>
            </a:r>
            <a:r>
              <a:rPr lang="en-US" sz="2400" b="1" dirty="0"/>
              <a:t>Amazon Web Services (AWS)</a:t>
            </a:r>
            <a:r>
              <a:rPr lang="en-US" sz="2400" dirty="0"/>
              <a:t>, provided practical training in cloud computing concepts and AWS services.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 internship offered hands-on experience with core AWS services such as </a:t>
            </a:r>
            <a:r>
              <a:rPr lang="en-US" sz="2400" b="1" dirty="0"/>
              <a:t>Amazon EC2, S3, IAM, VPC, RDS, and CloudWatch</a:t>
            </a:r>
            <a:r>
              <a:rPr lang="en-US" sz="2400" dirty="0"/>
              <a:t>, helping develop skills in cloud deployment, storage, networking, and security.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It enhanced my technical knowledge, problem-solving abilities, and industry readiness, preparing me for careers in </a:t>
            </a:r>
            <a:r>
              <a:rPr lang="en-US" sz="2400" b="1" dirty="0"/>
              <a:t>Cloud Computing, DevOps, and Software Development</a:t>
            </a:r>
            <a:r>
              <a:rPr lang="en-US" sz="2400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676400" y="445181"/>
            <a:ext cx="9144000" cy="839333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Objectives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4BC685-D26D-1C5C-F599-92CB2A257D5E}"/>
              </a:ext>
            </a:extLst>
          </p:cNvPr>
          <p:cNvSpPr txBox="1"/>
          <p:nvPr/>
        </p:nvSpPr>
        <p:spPr>
          <a:xfrm>
            <a:off x="1676400" y="1351508"/>
            <a:ext cx="94340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Understand the fundamentals of Cloud Computing</a:t>
            </a:r>
            <a:r>
              <a:rPr lang="en-US" sz="2400" dirty="0"/>
              <a:t> and the AWS cloud platform.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Gain hands-on experience with core AWS services</a:t>
            </a:r>
            <a:r>
              <a:rPr lang="en-US" sz="2400" dirty="0"/>
              <a:t> such as Amazon EC2, S3, IAM, VPC, and CloudWatch.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Develop practical skills</a:t>
            </a:r>
            <a:r>
              <a:rPr lang="en-US" sz="2400" dirty="0"/>
              <a:t> in deploying, managing, and securing cloud-based applications and resources.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Build industry-ready knowledge</a:t>
            </a:r>
            <a:r>
              <a:rPr lang="en-US" sz="2400" dirty="0"/>
              <a:t> to prepare for careers in Cloud Computing, DevOps, and Software Development.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600200" y="641124"/>
            <a:ext cx="9144000" cy="719590"/>
          </a:xfrm>
        </p:spPr>
        <p:txBody>
          <a:bodyPr>
            <a:noAutofit/>
          </a:bodyPr>
          <a:lstStyle/>
          <a:p>
            <a:pPr algn="l"/>
            <a:r>
              <a:rPr lang="en-US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1:-Introduction to Cloud &amp; AWS</a:t>
            </a:r>
          </a:p>
          <a:p>
            <a:pPr algn="l"/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1F449-08D4-E628-FC35-5ECEE88EBCE3}"/>
              </a:ext>
            </a:extLst>
          </p:cNvPr>
          <p:cNvSpPr txBox="1"/>
          <p:nvPr/>
        </p:nvSpPr>
        <p:spPr>
          <a:xfrm>
            <a:off x="1600200" y="1754004"/>
            <a:ext cx="92811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Understood the fundamentals of cloud computing.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Learned how AWS delivers scalable and secure cloud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Gained knowledge of AWS infrastructure and pricing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Explored the AWS Management Console for cloud resource management.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600200" y="641124"/>
            <a:ext cx="9144000" cy="719590"/>
          </a:xfrm>
        </p:spPr>
        <p:txBody>
          <a:bodyPr>
            <a:noAutofit/>
          </a:bodyPr>
          <a:lstStyle/>
          <a:p>
            <a:pPr algn="l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Core AWS Services</a:t>
            </a:r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42CDB-957C-5FD8-3D6A-053A4EB027C5}"/>
              </a:ext>
            </a:extLst>
          </p:cNvPr>
          <p:cNvSpPr txBox="1"/>
          <p:nvPr/>
        </p:nvSpPr>
        <p:spPr>
          <a:xfrm>
            <a:off x="1600200" y="1490007"/>
            <a:ext cx="91440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Launched and managed EC2 virtual machines.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Created and managed S3 buckets for cloud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Learned networking concepts using VPC and Security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Gained practical experience in deploying and managing cloud infrastructure.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600200" y="641124"/>
            <a:ext cx="9144000" cy="719590"/>
          </a:xfrm>
        </p:spPr>
        <p:txBody>
          <a:bodyPr>
            <a:noAutofit/>
          </a:bodyPr>
          <a:lstStyle/>
          <a:p>
            <a:pPr algn="l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Application Deployment</a:t>
            </a:r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6C137-7025-5213-38C1-3C3F3D06C9D5}"/>
              </a:ext>
            </a:extLst>
          </p:cNvPr>
          <p:cNvSpPr txBox="1"/>
          <p:nvPr/>
        </p:nvSpPr>
        <p:spPr>
          <a:xfrm>
            <a:off x="1447800" y="1767006"/>
            <a:ext cx="92791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Configured secure user access using IAM.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Monitored cloud resources using CloudWatch.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Learned serverless computing with AWS Lambda.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Gained experience in deploying and managing cloud-based applications.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600200" y="641124"/>
            <a:ext cx="9144000" cy="719590"/>
          </a:xfrm>
        </p:spPr>
        <p:txBody>
          <a:bodyPr>
            <a:noAutofit/>
          </a:bodyPr>
          <a:lstStyle/>
          <a:p>
            <a:pPr algn="l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Security &amp; Monitoring</a:t>
            </a:r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4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F043F-BEFD-F901-D353-25AA14620C70}"/>
              </a:ext>
            </a:extLst>
          </p:cNvPr>
          <p:cNvSpPr txBox="1"/>
          <p:nvPr/>
        </p:nvSpPr>
        <p:spPr>
          <a:xfrm>
            <a:off x="1600200" y="172084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Deployed cloud-based applications using AWS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Monitored application performance with CloudWatch.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Applied Security Best practices to cloud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Successfully completed the final hands-on project and gained practical cloud deployment experience.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00354-F646-01A2-477D-29CFED188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681037"/>
            <a:ext cx="10287000" cy="6176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39685" y="575810"/>
            <a:ext cx="9144000" cy="861104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Observations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70025E-5665-2AA3-74FB-E12501D3241C}"/>
              </a:ext>
            </a:extLst>
          </p:cNvPr>
          <p:cNvSpPr txBox="1"/>
          <p:nvPr/>
        </p:nvSpPr>
        <p:spPr>
          <a:xfrm>
            <a:off x="1839685" y="1436914"/>
            <a:ext cx="9144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Successfully launched an EC2 instance and connected via SSH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Created and configured an S3 bucket for static storage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Assigned IAM users and roles with proper permissions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Observed performance and usage through CloudWatch monitoring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Understood the interconnectivity of AWS services in real-time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524000" y="575810"/>
            <a:ext cx="9144000" cy="77401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68943-169C-C4F5-03BE-DAD2365FC980}"/>
              </a:ext>
            </a:extLst>
          </p:cNvPr>
          <p:cNvSpPr txBox="1"/>
          <p:nvPr/>
        </p:nvSpPr>
        <p:spPr>
          <a:xfrm>
            <a:off x="1524000" y="1905506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Scalability:</a:t>
            </a:r>
            <a:r>
              <a:rPr lang="en-US" sz="2400" dirty="0"/>
              <a:t> Easily increase or decrease computing resources based on demand.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Cost-Effective:</a:t>
            </a:r>
            <a:r>
              <a:rPr lang="en-US" sz="2400" dirty="0"/>
              <a:t> Pay only for the resources you use, reducing infrastructure costs.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Easy Deployment:</a:t>
            </a:r>
            <a:r>
              <a:rPr lang="en-US" sz="2400" dirty="0"/>
              <a:t> Quickly launch servers, storage, and databases within minutes.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524000" y="490830"/>
            <a:ext cx="9144000" cy="882876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2D6F9-AF26-BF73-6FF6-FE29C0D2C6A4}"/>
              </a:ext>
            </a:extLst>
          </p:cNvPr>
          <p:cNvSpPr txBox="1"/>
          <p:nvPr/>
        </p:nvSpPr>
        <p:spPr>
          <a:xfrm>
            <a:off x="1524001" y="1905506"/>
            <a:ext cx="91439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Internet Dependency: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AWS services require a stable internet connection to access and manage cloud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Cost Management: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Improper resource management can lead to higher-than-expected costs under the pay-as-you-go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Service Limit: Some AWS free Tier services have usage limit, and exceeding them may incure charges.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61457" y="532267"/>
            <a:ext cx="9144000" cy="676047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30D9D-A112-17DC-109B-ADF89EF4603F}"/>
              </a:ext>
            </a:extLst>
          </p:cNvPr>
          <p:cNvSpPr txBox="1"/>
          <p:nvPr/>
        </p:nvSpPr>
        <p:spPr>
          <a:xfrm>
            <a:off x="1861457" y="172084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Successfully completed the AWS Cloud Virtual Internship and gained practical knowledge of cloud computing.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Learned to use core AWS services such as Amazon EC2, Amazon S3, IAM, VPC, CloudWatch.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Developed hands-on experience in deploying, managing, monitoring, and securing cloud resources.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internship strengthened my foundation in </a:t>
            </a:r>
            <a:r>
              <a:rPr lang="en-US" sz="2400" b="1" dirty="0"/>
              <a:t>Cloud Computing, DevOps, and Software Development</a:t>
            </a:r>
            <a:r>
              <a:rPr lang="en-US" sz="2400" dirty="0"/>
              <a:t>, preparing me for future certifications and career opportunities.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687286" y="2263096"/>
            <a:ext cx="9144000" cy="861104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Thankyou !!!!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602</Words>
  <Application>Microsoft Office PowerPoint</Application>
  <PresentationFormat>Widescreen</PresentationFormat>
  <Paragraphs>100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ManishaPatil</dc:creator>
  <cp:lastModifiedBy>Acer Aspire</cp:lastModifiedBy>
  <cp:revision>16</cp:revision>
  <dcterms:created xsi:type="dcterms:W3CDTF">2025-06-27T07:22:00Z</dcterms:created>
  <dcterms:modified xsi:type="dcterms:W3CDTF">2026-07-06T16:56:33Z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31EFB8CDCA1A44D48A7B8D0E52C9782F_12</vt:lpwstr>
  </property>
  <property fmtid="{D5CDD505-2E9C-101B-9397-08002B2CF9AE}" pid="3" name="KSOProductBuildVer">
    <vt:lpwstr>1033-12.1.0.26880</vt:lpwstr>
  </property>
</Properties>
</file>